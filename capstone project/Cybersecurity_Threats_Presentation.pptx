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CYBERSECURITY THREATS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Protecting Our Digital Future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8F9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Solutions for Modern Society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[Your Name] | Information Technology |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SCALE OF 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228600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01168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$8T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7280" y="283464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 cybercrime cost annually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228600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01168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0" y="283464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Cyber attacks on Kenya in 2024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228600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01168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217920" y="283464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Increase in Africa cyber attacks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39 seconds, there's a new cyber attack somewhere in the world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affects ALL of us - personally and economically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MAJOR CYBERSECURITY THREATS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7315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53619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737360" y="157276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Phishing &amp; Social Engineering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0" y="157276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95% of breaches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039112"/>
            <a:ext cx="7315200" cy="50292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11226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21488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Ransomware Attacks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214884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150% increase in 2024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615184"/>
            <a:ext cx="7315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68833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272491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Breaches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2724912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Millions exposed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191256"/>
            <a:ext cx="7315200" cy="50292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2644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3300984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Mobile Money Fraud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3300984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Ksh 2B lost in Kenya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3767328"/>
            <a:ext cx="7315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8404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🆔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37360" y="387705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Identity Theft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3877056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months to resolve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7315200" cy="50292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41655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🦠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37360" y="445312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Malware &amp; Viruses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0" y="445312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Spyware, keyloggers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4919472"/>
            <a:ext cx="7315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9262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37360" y="50292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IoT Device Attacks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50292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Billions vulnerable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ARE WE SO VULNERABLE?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325880"/>
            <a:ext cx="320040" cy="3200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4" name="Text 2"/>
          <p:cNvSpPr/>
          <p:nvPr/>
        </p:nvSpPr>
        <p:spPr>
          <a:xfrm>
            <a:off x="1097280" y="132588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Lack of Awareness - 95% breaches involve human error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691640"/>
            <a:ext cx="320040" cy="3200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7" name="Text 5"/>
          <p:cNvSpPr/>
          <p:nvPr/>
        </p:nvSpPr>
        <p:spPr>
          <a:xfrm>
            <a:off x="1097280" y="16916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Rapid Digital Adoption - Security lags behind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057400"/>
            <a:ext cx="320040" cy="3200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0" name="Text 8"/>
          <p:cNvSpPr/>
          <p:nvPr/>
        </p:nvSpPr>
        <p:spPr>
          <a:xfrm>
            <a:off x="1097280" y="205740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103120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Weak Passwords - '123456' still most common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423160"/>
            <a:ext cx="320040" cy="3200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3" name="Text 11"/>
          <p:cNvSpPr/>
          <p:nvPr/>
        </p:nvSpPr>
        <p:spPr>
          <a:xfrm>
            <a:off x="1097280" y="24231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468880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Outdated Systems - Unpatched vulnerabilities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2788920"/>
            <a:ext cx="320040" cy="3200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6" name="Text 14"/>
          <p:cNvSpPr/>
          <p:nvPr/>
        </p:nvSpPr>
        <p:spPr>
          <a:xfrm>
            <a:off x="1097280" y="278892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2834640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 Investment - &lt;1% of IT budget on security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3154680"/>
            <a:ext cx="320040" cy="3200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9" name="Text 17"/>
          <p:cNvSpPr/>
          <p:nvPr/>
        </p:nvSpPr>
        <p:spPr>
          <a:xfrm>
            <a:off x="1097280" y="315468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3200400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Mobile-First Gaps - Apps with poor security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97280" y="3520440"/>
            <a:ext cx="320040" cy="3200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2" name="Text 20"/>
          <p:cNvSpPr/>
          <p:nvPr/>
        </p:nvSpPr>
        <p:spPr>
          <a:xfrm>
            <a:off x="1097280" y="3520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3566160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Social Engineering - Cultural trust exploited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97280" y="3886200"/>
            <a:ext cx="320040" cy="3200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5" name="Text 23"/>
          <p:cNvSpPr/>
          <p:nvPr/>
        </p:nvSpPr>
        <p:spPr>
          <a:xfrm>
            <a:off x="1097280" y="388620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3931920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Professional Shortage - Need 100K, have 15K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97280" y="4251960"/>
            <a:ext cx="320040" cy="3200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8" name="Text 26"/>
          <p:cNvSpPr/>
          <p:nvPr/>
        </p:nvSpPr>
        <p:spPr>
          <a:xfrm>
            <a:off x="1097280" y="42519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" y="4297680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Interconnected Risk - One breach affects all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97280" y="4617720"/>
            <a:ext cx="320040" cy="3200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31" name="Text 29"/>
          <p:cNvSpPr/>
          <p:nvPr/>
        </p:nvSpPr>
        <p:spPr>
          <a:xfrm>
            <a:off x="1097280" y="461772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54480" y="4663440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Complex Technology - Millions of code lines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 COMPREHENSIVE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5-Pillar Framework for Kenya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2286000"/>
            <a:ext cx="64008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377440"/>
            <a:ext cx="411480" cy="411480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6" name="Text 4"/>
          <p:cNvSpPr/>
          <p:nvPr/>
        </p:nvSpPr>
        <p:spPr>
          <a:xfrm>
            <a:off x="1645920" y="237744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239572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Education &amp; Awareness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0" y="2395728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971800"/>
            <a:ext cx="64008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3063240"/>
            <a:ext cx="411480" cy="411480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11" name="Text 9"/>
          <p:cNvSpPr/>
          <p:nvPr/>
        </p:nvSpPr>
        <p:spPr>
          <a:xfrm>
            <a:off x="1645920" y="306324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308152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Solutions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3081528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Tools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3657600"/>
            <a:ext cx="64008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3749040"/>
            <a:ext cx="411480" cy="411480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16" name="Text 14"/>
          <p:cNvSpPr/>
          <p:nvPr/>
        </p:nvSpPr>
        <p:spPr>
          <a:xfrm>
            <a:off x="1645920" y="374904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86000" y="376732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Policy &amp; Regulation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3767328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Rules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4343400"/>
            <a:ext cx="64008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4434840"/>
            <a:ext cx="411480" cy="411480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21" name="Text 19"/>
          <p:cNvSpPr/>
          <p:nvPr/>
        </p:nvSpPr>
        <p:spPr>
          <a:xfrm>
            <a:off x="1645920" y="443484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286000" y="445312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Infrastructure &amp; Capacity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6480" y="4453128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Foundation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371600" y="5029200"/>
            <a:ext cx="64008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5120640"/>
            <a:ext cx="411480" cy="411480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26" name="Text 24"/>
          <p:cNvSpPr/>
          <p:nvPr/>
        </p:nvSpPr>
        <p:spPr>
          <a:xfrm>
            <a:off x="1645920" y="512064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286000" y="513892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Individual Responsibility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5138928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Everyone's Role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PILLAR 1: EDUCATION &amp; AWARENESS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Most Cost-Effective Defense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7315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0574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965960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National Digital Literacy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286000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Cybersecurity in all schools - primary to university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7315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9718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2880360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Awareness Campaigns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3200400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TV, radio, social media in all languages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7315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8862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3794760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Community Cyber Champions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4114800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 local leaders for grassroots education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572000"/>
            <a:ext cx="7315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8006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4709160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Corporate Training Mandates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5029200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Quarterly training for all employees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PILLAR 2: TECHNOLOGY SOLUTIONS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73152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002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7360" y="15544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Affordable Security Software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77840" y="155448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Ksh 50/month via M-Pesa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73152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3317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22860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Secure Mobile Banking App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77840" y="228600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Biometric + scam detection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73152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0632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37360" y="3017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National Password Manager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0" y="301752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Free, government-provided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73152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7947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37360" y="37490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Threat Detection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374904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Real-time national monitoring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4389120"/>
            <a:ext cx="73152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5262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⛓️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37360" y="44805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Blockchain Identity System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77840" y="448056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Secure national ID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PILLARS 3-5: COMPLETE FRAMEWORK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POLICY &amp; REGULATION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Cybersecurity law (fines up to 4% revenue)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Minimum security standards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Cybercrime rapid response unit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Data localization requirements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76809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INFRASTRUCTURE &amp; CAPACITY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National Cybersecurity Training Academy (5,000/year)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Cybersecurity Innovation Hub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Bug bounty programs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Regional Cyber Defense Center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76809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INDIVIDUAL RESPONSIBILITY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Cybersecurity scorecard app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Secure-by-default movement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Digital security insurance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Family cyber safety plans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IMPLEMENTATION &amp; ROI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474720" cy="164592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INVESTMENT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Ksh 15 Billion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($100M over 3 years)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474720" cy="164592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5448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ANNUAL SAVINGS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Ksh 20 Billion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937760" y="246888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(50% reduction in losses)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3-YEAR TIMELINE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840480"/>
            <a:ext cx="1645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1 (0-6mo): Foundation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3840480"/>
            <a:ext cx="1645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2 (7-12mo): Deployment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840480"/>
            <a:ext cx="1645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3 (Year 2): Scaling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3840480"/>
            <a:ext cx="1645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4 (Year 3+): Optimization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521208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ROI: 133% in Year 1 | Break-even: 9 months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YOU CAN DO TODAY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Practical Steps - No Cost Required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938528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Change passwords to long, unique phrases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9659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0" y="1938528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Enable two-factor authentication everywhere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24328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596896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Update all devices and apps monthly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487168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624328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2596896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 &amp; remove unnecessary app permissions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145536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82696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255264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Never share M-Pesa PIN with ANYONE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45536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82696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03520" y="3255264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Backup important data to cloud or external drive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803904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941064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3913632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Verify before trusting - call banks directly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803904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941064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3913632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Install free antivirus (Avast, Windows Defender)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462272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599432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0160" y="45720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Educate family about common scams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462272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4599432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</a:rPr>
              <a:t>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45720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Think before you click - trust your instincts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VISION: KENYA 2030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474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54480" y="1645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Universal Digital Literacy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9659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Cybersecurity taught like math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474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916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577840" y="1645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90% Reduction in Losses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19659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Ksh 40B to Ksh 4B annually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3474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26517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East African Hub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97180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Leading the continent in security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468880"/>
            <a:ext cx="3474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697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77840" y="265176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100,000+ Jobs Created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297180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Cybersecurity professionals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3474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554480" y="365760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Innovation Center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9776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Exporting security expertise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474720"/>
            <a:ext cx="3474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703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77840" y="365760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 Model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39776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Blueprint for developing nations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CHOICE IS OURS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Cybersecurity threats are real, growing, and affect everyone</a:t>
            </a:r>
            <a:endParaRPr lang="en-US" sz="20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But they are NOT insurmountable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Together, we can protect our digital future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Stay Safe • Stay Secure • Stay Vigilant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🔒 Stay Safe Online 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📧 [your.email@school.edu]</a:t>
            </a:r>
            <a:endParaRPr lang="en-US" sz="15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 [Phone: +254 XXX XXX XXX]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3886</Words>
  <Application>WPS Presentation</Application>
  <PresentationFormat>On-screen Show (16:9)</PresentationFormat>
  <Paragraphs>355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School Name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Protecting Our Digital Future</dc:title>
  <dc:creator>IT Student</dc:creator>
  <dc:subject>Cybersecurity Threats and Solutions</dc:subject>
  <cp:lastModifiedBy>AMOS KIPNGENO</cp:lastModifiedBy>
  <cp:revision>2</cp:revision>
  <dcterms:created xsi:type="dcterms:W3CDTF">2026-02-12T12:47:00Z</dcterms:created>
  <dcterms:modified xsi:type="dcterms:W3CDTF">2026-02-12T12:53:23Z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8BA86D98243841D187E62A2AFC6411A8_13</vt:lpwstr>
  </property>
  <property fmtid="{D5CDD505-2E9C-101B-9397-08002B2CF9AE}" pid="3" name="KSOProductBuildVer">
    <vt:lpwstr>1033-12.2.0.23196</vt:lpwstr>
  </property>
</Properties>
</file>
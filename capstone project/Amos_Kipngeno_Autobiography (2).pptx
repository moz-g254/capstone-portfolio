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LIFE JOURNEY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Autobiography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AMOS KIPNGENO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C025-01-0958/2021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Dedan Kimathi University of Technology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73152" cy="3200400"/>
          </a:xfrm>
          <a:prstGeom prst="rect">
            <a:avLst/>
          </a:prstGeom>
          <a:solidFill>
            <a:srgbClr val="1E4D2B"/>
          </a:solidFill>
        </p:spPr>
      </p:sp>
      <p:sp>
        <p:nvSpPr>
          <p:cNvPr id="5" name="Text 3"/>
          <p:cNvSpPr/>
          <p:nvPr/>
        </p:nvSpPr>
        <p:spPr>
          <a:xfrm>
            <a:off x="731520" y="1188720"/>
            <a:ext cx="77724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 is a tapestry woven with moments of </a:t>
            </a:r>
            <a:r>
              <a:rPr lang="en-US" sz="16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joy, challenge, and growth</a:t>
            </a:r>
            <a:r>
              <a:rPr lang="en-US" sz="16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My journey spans from the quiet town of Nakuru to the bustling halls of Dedan Kimathi University of Technology.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772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743200"/>
            <a:ext cx="71323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Born: </a:t>
            </a:r>
            <a:r>
              <a:rPr lang="en-US" sz="15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June 24, 2001 in Molo</a:t>
            </a:r>
            <a:r>
              <a:rPr lang="en-US" sz="15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Fifth-born in the family</a:t>
            </a:r>
            <a:r>
              <a:rPr lang="en-US" sz="15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year B.Sc. Information Technology student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Childhood in Molo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97BC62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Childhood Memories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Exploring lush green forests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Chasing butterflies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Climbing towering trees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Annual Nakuru Show excitement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Christmas celebrations at church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Family Values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Growing up in a </a:t>
            </a:r>
            <a:r>
              <a:rPr lang="en-US" sz="14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close-knit family 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valued:
</a:t>
            </a:r>
            <a:r>
              <a:rPr lang="en-US" sz="1400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Education and hard work
</a:t>
            </a:r>
            <a:r>
              <a:rPr lang="en-US" sz="1400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Community service
</a:t>
            </a:r>
            <a:r>
              <a:rPr lang="en-US" sz="1400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Sunday family gatherings
</a:t>
            </a:r>
            <a:r>
              <a:rPr lang="en-US" sz="1400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Sharing stories and celebrating achievements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Kogo Junior Primary School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383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solidFill>
            <a:srgbClr val="1E4D2B"/>
          </a:solidFill>
        </p:spPr>
      </p:sp>
      <p:sp>
        <p:nvSpPr>
          <p:cNvPr id="6" name="Text 4"/>
          <p:cNvSpPr/>
          <p:nvPr/>
        </p:nvSpPr>
        <p:spPr>
          <a:xfrm>
            <a:off x="457200" y="114300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Excellence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2860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Excelled in </a:t>
            </a: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Science 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</a:t>
            </a: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Kiswahili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Served as </a:t>
            </a: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Captain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Participated in school committees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3383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54864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10" name="Text 8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Extracurricular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2860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School choir member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Debating team participant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Environmental club involvement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33832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54864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14" name="Text 12"/>
          <p:cNvSpPr/>
          <p:nvPr/>
        </p:nvSpPr>
        <p:spPr>
          <a:xfrm>
            <a:off x="6126480" y="1143000"/>
            <a:ext cx="2560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2860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Overcame </a:t>
            </a:r>
            <a:r>
              <a:rPr lang="en-US" sz="13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fear of public speaking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</a:t>
            </a: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 practice and encouragement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Molo Academy Boys High School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Focus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657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Focused on </a:t>
            </a:r>
            <a:r>
              <a:rPr lang="en-US" sz="14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science stream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Strong interest in </a:t>
            </a: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mathematics 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</a:t>
            </a: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Rigorous curriculum with critical thinking emphasis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School Activities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657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Debating team member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Environmental club participant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657600" cy="292608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10" name="Text 8"/>
          <p:cNvSpPr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COVID-19 Impact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29184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Faced:
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Transition to online learning
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Limited face-to-face interaction
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Technical difficulties
</a:t>
            </a:r>
            <a:r>
              <a:rPr lang="en-US" sz="13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Learned:
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Adaptability and resilience
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Effective time management
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Value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KCSE &amp; University Choice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1E4D2B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KCSE Experience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pressure and anticipation were immense"
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Moments: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Countless hours of study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Managing expectations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Mix of relief and anxiety
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Outcome: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Valuable learning experience in perseverance and resilience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97BC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DeKUT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3657600" cy="2468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Dedan Kimathi University of Technology?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Reputation for </a:t>
            </a: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excellence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Strong focus on </a:t>
            </a: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application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Comprehensive </a:t>
            </a: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I.T curriculum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Conducive learning environment in Nyeri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Life at DeKUT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9436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Experiences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37744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Exciting orientation week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Meeting diverse students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Adapting to increased workload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Learning independence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651760" cy="594360"/>
          </a:xfrm>
          <a:prstGeom prst="rect">
            <a:avLst/>
          </a:prstGeom>
          <a:solidFill>
            <a:srgbClr val="1E4D2B"/>
          </a:solidFill>
        </p:spPr>
      </p:sp>
      <p:sp>
        <p:nvSpPr>
          <p:cNvPr id="10" name="Text 8"/>
          <p:cNvSpPr/>
          <p:nvPr/>
        </p:nvSpPr>
        <p:spPr>
          <a:xfrm>
            <a:off x="3246120" y="114300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37744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Research project involvement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Real-world problem solving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Enhanced technical skills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Practical experience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2651760" cy="59436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14" name="Text 12"/>
          <p:cNvSpPr/>
          <p:nvPr/>
        </p:nvSpPr>
        <p:spPr>
          <a:xfrm>
            <a:off x="6035040" y="114300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Extra-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curricular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1828800"/>
            <a:ext cx="237744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TECH society member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Networking with professionals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Community outreach programs
</a:t>
            </a: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Leadership development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Status &amp; Looking Forward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97BC62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"As I stand on the cusp of completing my fourth year, I find myself reflecting deeply on the journey that has brought me to this point."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0233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 Am Now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65760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Awaiting final examination results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Completing fourth year B.Sc. I.T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Preparing for graduation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Ready for professional experience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560320"/>
            <a:ext cx="4023360" cy="2011680"/>
          </a:xfrm>
          <a:prstGeom prst="rect">
            <a:avLst/>
          </a:prstGeom>
          <a:solidFill>
            <a:srgbClr val="1E4D2B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Looking Ahead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3200400"/>
            <a:ext cx="365760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Eager for hands-on experience
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Bridge theory to practice
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Contribute to real projects
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Begin professional career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Academics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" cy="347472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6" name="Text 4"/>
          <p:cNvSpPr/>
          <p:nvPr/>
        </p:nvSpPr>
        <p:spPr>
          <a:xfrm>
            <a:off x="777240" y="137160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 Interests &amp; Hobbies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347472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Outdoor Activities: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Hiking and camping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Exploring Kenya's natural beauty
</a:t>
            </a:r>
            <a:r>
              <a:rPr lang="en-US" sz="14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Sports: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Football enthusiast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Following athletics
</a:t>
            </a:r>
            <a:r>
              <a:rPr lang="en-US" sz="1400" i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activities help me:</a:t>
            </a:r>
            <a:r>
              <a:rPr lang="en-US" sz="1400" i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maintain balance, reduce stress, and develop new skills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2C5F2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Values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Perseverance 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through challenges
</a:t>
            </a:r>
            <a:r>
              <a:rPr lang="en-US" sz="15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relationships 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family and friends
</a:t>
            </a:r>
            <a:r>
              <a:rPr lang="en-US" sz="15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Lifelong learning 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growth
</a:t>
            </a:r>
            <a:r>
              <a:rPr lang="en-US" sz="1500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Giving back 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the community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Goals &amp; Aspirations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E4D2B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become a successful tech professional making significant contributions to sustainable technology infrastructure in Kenya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2336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97BC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Short-term Goals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Secure position in reputable tech firm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Gain valuable work experience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Apply academic knowledge to real-world projects
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Continue professional development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4023360" cy="2286000"/>
          </a:xfrm>
          <a:prstGeom prst="rect">
            <a:avLst/>
          </a:prstGeom>
          <a:solidFill>
            <a:srgbClr val="97BC62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Long-term Vision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926080"/>
            <a:ext cx="36576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Establish as </a:t>
            </a: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leading tech expert
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Contribute to research &amp; policy
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Lead innovative projects
</a:t>
            </a: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Create lasting impact on Kenya's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 Lessons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828800"/>
          </a:xfrm>
          <a:prstGeom prst="rect">
            <a:avLst/>
          </a:prstGeom>
          <a:solidFill>
            <a:srgbClr val="97BC62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Power of Perseverance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Overcoming challenges and setbacks requires resilience and determination. Never give up on your goals.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of Relationships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657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relationships with family, friends, and mentors provide essential support and belonging.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4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Lifelong Learning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657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 is a continuous journey. Embrace learning to expand knowledge and adapt to change.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828800"/>
          </a:xfrm>
          <a:prstGeom prst="rect">
            <a:avLst/>
          </a:prstGeom>
          <a:solidFill>
            <a:srgbClr val="2C5F2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Giving Back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3657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Contributing to community and making positive impact brings fulfillment and meaning to life.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Gratitude &amp; Acknowledgments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6400800" cy="3108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280160"/>
            <a:ext cx="182880" cy="310896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6" name="Text 4"/>
          <p:cNvSpPr/>
          <p:nvPr/>
        </p:nvSpPr>
        <p:spPr>
          <a:xfrm>
            <a:off x="1737360" y="1554480"/>
            <a:ext cx="5669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5F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566928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4D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am deeply grateful for:
</a:t>
            </a:r>
            <a:r>
              <a:rPr lang="en-US" sz="17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Parents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for their unconditional love and sacrifices
</a:t>
            </a:r>
            <a:r>
              <a:rPr lang="en-US" sz="17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Teachers &amp; Mentors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for their guidance and belief in my abilities
</a:t>
            </a:r>
            <a:r>
              <a:rPr lang="en-US" sz="17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Friends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for their friendship and shared experiences
</a:t>
            </a:r>
            <a:r>
              <a:rPr lang="en-US" sz="17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Family</a:t>
            </a:r>
            <a:r>
              <a:rPr lang="en-US" sz="14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for the foundation of values and support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Journey of Growth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97BC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Discovery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828800" y="2926080"/>
            <a:ext cx="5486400" cy="45720"/>
          </a:xfrm>
          <a:prstGeom prst="rect">
            <a:avLst/>
          </a:prstGeom>
          <a:solidFill>
            <a:srgbClr val="97BC62"/>
          </a:solidFill>
        </p:spPr>
      </p:sp>
      <p:sp>
        <p:nvSpPr>
          <p:cNvPr id="5" name="Text 3"/>
          <p:cNvSpPr/>
          <p:nvPr/>
        </p:nvSpPr>
        <p:spPr>
          <a:xfrm>
            <a:off x="914400" y="3291840"/>
            <a:ext cx="73152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the quiet town of Molo to the halls of DeKUT,
</a:t>
            </a:r>
            <a:r>
              <a:rPr lang="en-US" sz="15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journey has been shaped by </a:t>
            </a:r>
            <a:r>
              <a:rPr lang="en-US" sz="1500" b="1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education, perseverance,
</a:t>
            </a:r>
            <a:r>
              <a:rPr lang="en-US" sz="15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the unwavering support of loved ones.
</a:t>
            </a:r>
            <a:r>
              <a:rPr lang="en-US" sz="15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I look to the future, I am excited to contribute
</a:t>
            </a:r>
            <a:r>
              <a:rPr lang="en-US" sz="15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Kenya's technological development and make
</a:t>
            </a:r>
            <a:r>
              <a:rPr lang="en-US" sz="150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meaningful impact in the tech industry.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4890</Words>
  <Application>WPS Presentation</Application>
  <PresentationFormat>On-screen Show (16:9)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Life Journey - An Autobiography</dc:title>
  <dc:creator>Amos Kipngeno</dc:creator>
  <dc:subject>PptxGenJS Presentation</dc:subject>
  <cp:lastModifiedBy>AMOS KIPNGENO</cp:lastModifiedBy>
  <cp:revision>2</cp:revision>
  <dcterms:created xsi:type="dcterms:W3CDTF">2026-02-14T08:33:00Z</dcterms:created>
  <dcterms:modified xsi:type="dcterms:W3CDTF">2026-02-14T08:39:58Z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BD4A108FF3CF4B839DBED27621B69189_13</vt:lpwstr>
  </property>
  <property fmtid="{D5CDD505-2E9C-101B-9397-08002B2CF9AE}" pid="3" name="KSOProductBuildVer">
    <vt:lpwstr>1033-12.2.0.23196</vt:lpwstr>
  </property>
</Properties>
</file>
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ELECTRONIC QUEUE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School Medical Centre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Digital Innovation in Healthcare Access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[AMOS KIPNGENO] | Information Technology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2588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" name="Text 2"/>
          <p:cNvSpPr/>
          <p:nvPr/>
        </p:nvSpPr>
        <p:spPr>
          <a:xfrm>
            <a:off x="914400" y="13258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 We're Solving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7" name="Text 5"/>
          <p:cNvSpPr/>
          <p:nvPr/>
        </p:nvSpPr>
        <p:spPr>
          <a:xfrm>
            <a:off x="914400" y="18745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Challenges Analysis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0" name="Text 8"/>
          <p:cNvSpPr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Digital Solution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3" name="Text 11"/>
          <p:cNvSpPr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0175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Text 14"/>
          <p:cNvSpPr/>
          <p:nvPr/>
        </p:nvSpPr>
        <p:spPr>
          <a:xfrm>
            <a:off x="914400" y="3520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6616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Demonstration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9" name="Text 17"/>
          <p:cNvSpPr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148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 &amp; Results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617720"/>
            <a:ext cx="365760" cy="3657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914400" y="4617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6634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Enhancements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A8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What's Wrong with Traditional Queuing?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576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22860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 Wait Times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75 minutes in physical queue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6576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41148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can't see their position or estimate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6576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86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60720" y="22860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Missed Classes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 miss at least one class monthly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840480"/>
            <a:ext cx="36576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114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😰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760720" y="41148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Stress &amp; Confusion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457200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Especially during peak periods like flu season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DATA SPEAKS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Survey of 200 Students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6400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19456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Missed at least one class per month due to medical centre waits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6400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47472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0" y="356616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Felt stressed about not knowing waiting times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4572000"/>
            <a:ext cx="6400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75488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00400" y="48463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Supported implementing a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Electronic Queue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web-based application that brings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transparency and efficiency to healthcare access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5486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Digital Check-In</a:t>
            </a:r>
            <a:endParaRPr lang="en-US" sz="18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Real-Time Visibility</a:t>
            </a:r>
            <a:endParaRPr lang="en-US" sz="18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Smart Notifications</a:t>
            </a:r>
            <a:endParaRPr lang="en-US" sz="18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Priority Management</a:t>
            </a:r>
            <a:endParaRPr lang="en-US" sz="18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Data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 Check-In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scan QR code or enter student 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queue registration in 30 seconds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8" name="Text 6"/>
          <p:cNvSpPr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Queue Visibility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9718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displays show current position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Estimated wait time updates every 30 seconds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Text 10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Notifications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SMS alerts when turn is approaching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can attend classes while waiting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371600"/>
            <a:ext cx="548640" cy="5486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Text 14"/>
          <p:cNvSpPr/>
          <p:nvPr/>
        </p:nvSpPr>
        <p:spPr>
          <a:xfrm>
            <a:off x="5029200" y="13716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13716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Priority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169164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Emergency cases move to front automatically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Fair handling with transparent notifications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651760"/>
            <a:ext cx="548640" cy="5486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5029200" y="2651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760720" y="2651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Staff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29718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Doctors manage their patient queue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 reports and track patterns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292608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HTML5, CSS3, JavaScript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Bootstrap Framework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Responsive Design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Real-time AJAX Updates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Works on all devices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2103120"/>
            <a:ext cx="292608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PHP Server-side Processing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MySQL Database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RESTful API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SMS Gateway Integration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Authentication &amp;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846320"/>
            <a:ext cx="2743200" cy="548640"/>
          </a:xfrm>
          <a:prstGeom prst="round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3200400" y="484632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🔒 HIPAA-Compliant Security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731520"/>
          </a:xfrm>
          <a:prstGeom prst="roundRect">
            <a:avLst/>
          </a:prstGeom>
          <a:solidFill>
            <a:srgbClr val="00A896"/>
          </a:solidFill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QR Code / Student ID / Mobile 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2103120"/>
            <a:ext cx="0" cy="4572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1371600" y="2560320"/>
            <a:ext cx="6400800" cy="731520"/>
          </a:xfrm>
          <a:prstGeom prst="roundRect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INTERFACE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HTML5 | CSS3 | JavaScript | Bootstrap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3291840"/>
            <a:ext cx="0" cy="4572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371600" y="3749040"/>
            <a:ext cx="6400800" cy="731520"/>
          </a:xfrm>
          <a:prstGeom prst="roundRect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APPLICATION LOGIC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PHP | RESTful API | Queue Algorithm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4480560"/>
            <a:ext cx="0" cy="4572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371600" y="4937760"/>
            <a:ext cx="6400800" cy="731520"/>
          </a:xfrm>
          <a:prstGeom prst="roundRect">
            <a:avLst/>
          </a:prstGeom>
          <a:solidFill>
            <a:srgbClr val="01161E"/>
          </a:solidFill>
        </p:spPr>
      </p:sp>
      <p:sp>
        <p:nvSpPr>
          <p:cNvPr id="13" name="Text 11"/>
          <p:cNvSpPr/>
          <p:nvPr/>
        </p:nvSpPr>
        <p:spPr>
          <a:xfrm>
            <a:off x="1371600" y="493776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 | Patient Records | Queue Data |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Meet Jane - A Student with a Headache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945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137160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CHECK-IN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Jane scans QR code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Enters student 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Joins queue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945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338328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34640" y="29260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29184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Gets position: #8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Estimate: 35 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Goes to library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21945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539496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REMINDER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SMS: You're #3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 to centre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stress!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01168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1945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1" name="Text 19"/>
          <p:cNvSpPr/>
          <p:nvPr/>
        </p:nvSpPr>
        <p:spPr>
          <a:xfrm>
            <a:off x="740664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29260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CONSULTATION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29184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Turn displayed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Sees doctor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Receives care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 &amp;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 3 Months Implementation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Reduction 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Waiting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 min → 28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84048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Attend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Classes While Waiting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 0% before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19456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8.5/10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212080" y="2697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Satisfaction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063240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 from 3.2/10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84048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212080" y="434340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Increase in Daily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Consultations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4709160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Better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BENEFITS FOR ALL STAKEHOLDERS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Freedom to move around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No missed classes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Reduced stress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Better time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Transparent process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5603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MEDICAL STAFF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Organized workflow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Better documentation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Emergency handling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749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Data-driven decisions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42976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Reduced burnout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5603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ADMINISTRATION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1031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Peak time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6517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Resource allocation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Improved metrics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749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Space optimization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2976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Cost savings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840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SHORT-TERM (6 months)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3108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Mobile app (iOS &amp; Android)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Student portal integration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Online appointment booking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Telemedicine consultation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Prescription tracking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3840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5544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LONG-TERM (1-2 years)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108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AI-powered wait prediction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National health records link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Symptom checker chatbot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Multi-campus deployment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Advanced analytics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657600"/>
            <a:ext cx="5486400" cy="1371600"/>
          </a:xfrm>
          <a:prstGeom prst="roundRect">
            <a:avLst/>
          </a:prstGeom>
          <a:solidFill>
            <a:srgbClr val="00A896"/>
          </a:solidFill>
        </p:spPr>
      </p:sp>
      <p:sp>
        <p:nvSpPr>
          <p:cNvPr id="10" name="Text 8"/>
          <p:cNvSpPr/>
          <p:nvPr/>
        </p:nvSpPr>
        <p:spPr>
          <a:xfrm>
            <a:off x="2011680" y="384048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SCALABILITY POTENTIAL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4206240"/>
            <a:ext cx="5120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Adaptable to: University Hospitals | Government Health Centres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Private Clinics | Any Queue Management Scenario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155448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Innovation Doesn't Have to Be Complex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Used readily available technologies to solve a specific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 is Measurable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8346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 efficiency improvement, 165% satisfaction increase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❤️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38328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Serves People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7490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Removes friction, allows healthcare providers to focus on care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Look for Real Problems to Solve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6634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5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Campus and community have countless opportunities for digital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Contact Information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📧 [amos.kipngeno21@students.dkut.ac.ke]</a:t>
            </a:r>
            <a:endParaRPr lang="en-US" sz="14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💻 [GitHub: github.com/Moz-G254]</a:t>
            </a:r>
            <a:endParaRPr lang="en-US" sz="14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[Phone: +254 718905441]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3883</Words>
  <Application>WPS Presentation</Application>
  <PresentationFormat>On-screen Show (16:9)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School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 Management Innovation</dc:title>
  <dc:creator>IT Student</dc:creator>
  <dc:subject>Electronic Queue Management System</dc:subject>
  <cp:lastModifiedBy>AMOS KIPNGENO</cp:lastModifiedBy>
  <cp:revision>4</cp:revision>
  <dcterms:created xsi:type="dcterms:W3CDTF">2026-02-02T06:10:00Z</dcterms:created>
  <dcterms:modified xsi:type="dcterms:W3CDTF">2026-02-02T07:09:54Z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565DFAB0CAC74535BD4F1251C41BD12A_13</vt:lpwstr>
  </property>
  <property fmtid="{D5CDD505-2E9C-101B-9397-08002B2CF9AE}" pid="3" name="KSOProductBuildVer">
    <vt:lpwstr>1033-12.2.0.23196</vt:lpwstr>
  </property>
</Properties>
</file>
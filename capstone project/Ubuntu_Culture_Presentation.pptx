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PHILOSOPHY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7E8D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African Communal Values in Modern Technology and Society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5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Including Gender Awareness and Contemporary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[AMOS KIPNGENO] | Information Technology |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UBUNTU?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E7E8D1"/>
          </a:solidFill>
          <a:ln w="381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645920"/>
            <a:ext cx="6035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"I AM BECAUSE WE ARE"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0"/>
            <a:ext cx="6035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Umuntu ngumuntu ngabantu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person is a person through other people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Interconnectedness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4805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exist in relationship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34747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❤️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Dignity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44805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person deserves respect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34747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👥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0" y="4114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Communal Responsibility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44805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rise together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ACROSS AFRICA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BEA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Philosophy, Many Names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7315200" cy="731520"/>
          </a:xfrm>
          <a:prstGeom prst="roundRect">
            <a:avLst/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488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Southern Africa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21488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21488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(Zulu, Xhosa, Ndebele)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7315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9718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East Africa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9718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Utu / Ujamaa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297180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(Swahili)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7947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Central Africa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7947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Bantu Philosophy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79476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(Various communities)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480560"/>
            <a:ext cx="7315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6177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West Africa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46177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Communal Traditions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4617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(Yoruba, Akan)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FIVE CORE PRINCIPLES OF UBUNTU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4" name="Text 2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14173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Interconnectedness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44475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exist in relationship - your well-being affects mine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8" name="Text 6"/>
          <p:cNvSpPr/>
          <p:nvPr/>
        </p:nvSpPr>
        <p:spPr>
          <a:xfrm>
            <a:off x="109728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Communal Responsibility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17627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obligations and individual duties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83464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12" name="Text 10"/>
          <p:cNvSpPr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28803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Dignity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90779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person deserves respect regardless of status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56616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16" name="Text 14"/>
          <p:cNvSpPr/>
          <p:nvPr/>
        </p:nvSpPr>
        <p:spPr>
          <a:xfrm>
            <a:off x="1097280" y="3566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6118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Restorative Justice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363931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Focus on healing and restoration, not punishment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429768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20" name="Text 18"/>
          <p:cNvSpPr/>
          <p:nvPr/>
        </p:nvSpPr>
        <p:spPr>
          <a:xfrm>
            <a:off x="1097280" y="4297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43434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Collective Decision-Making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437083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Important decisions involve the community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IN TRADITIONAL AFRICAN SOCIETIES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Village Upbringing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"It takes a village to raise a child"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🌾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45920" y="278892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Communal Land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1089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Shared resources, collective benefit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40233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Harambee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43434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"Let's pull together" - cooperative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00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0" y="15544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Palaver Tree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18745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 community decision-making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834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💞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69280" y="278892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Crisis Support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31089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shares during hardship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84048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069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669280" y="40233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Sharing Economy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43434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Wealth measured by giving, not accumulating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GENDER AWARENESS IN UBUNTU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7E8D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Complexity: Strengths and Challenges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65760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STRENGTHS 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31089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Women controlled food distribution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Women as peace-makers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'A man is a man through a woman'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Elderly women highly respected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Some societies had female leaders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65760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CHALLENGES 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743200"/>
            <a:ext cx="31089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Male-dominated decision spaces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Property/inheritance excluded women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Rigid gender roles limited opportunities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Harmful practices justified culturally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Women's voices often unheard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TRUE UBUNTU DEMANDS GENDER EQUALITY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4A2C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"I am because we are"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4A2C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cannot exist while oppressing half the population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5486400" cy="1188720"/>
          </a:xfrm>
          <a:prstGeom prst="roundRect">
            <a:avLst/>
          </a:prstGeom>
          <a:solidFill>
            <a:srgbClr val="A7BEAE"/>
          </a:solidFill>
        </p:spPr>
      </p:sp>
      <p:sp>
        <p:nvSpPr>
          <p:cNvPr id="5" name="Text 3"/>
          <p:cNvSpPr/>
          <p:nvPr/>
        </p:nvSpPr>
        <p:spPr>
          <a:xfrm>
            <a:off x="2011680" y="384048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Example: Rwanda's Ubuntu-Based Gender Revolution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4206240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61% women in parliament • Equal inheritance rights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Gender-based violence laws • Collective progress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IN MODERN TECHNOLOGY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BEA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Ancient Wisdom Meets Digital Innovation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47088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 Source Software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847088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Ubuntu OS - 'Linux for Human Beings'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7315200" cy="548640"/>
          </a:xfrm>
          <a:prstGeom prst="roundRect">
            <a:avLst/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6888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Money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468880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M-Pesa - Digital Harambee &amp; family support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980944"/>
            <a:ext cx="7315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090672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Networks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090672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Shared WiFi for underserved areas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602736"/>
            <a:ext cx="7315200" cy="548640"/>
          </a:xfrm>
          <a:prstGeom prst="roundRect">
            <a:avLst/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712464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AgriTech Platforms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712464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iCow, Farmerline - Knowledge sharing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224528"/>
            <a:ext cx="7315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334256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 Health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4334256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Community health via mobile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846320"/>
            <a:ext cx="7315200" cy="548640"/>
          </a:xfrm>
          <a:prstGeom prst="roundRect">
            <a:avLst/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956048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EdTech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4956048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Eneza Education - Collective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UBUNTU'S GLOBAL RELEVANCE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BEA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Wisdom the World Needs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96596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Climate Change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Response: We're interconnected - collective action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92608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Ethics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24612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Response: Innovation must serve community good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8620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Inequality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20624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Response: Human dignity for all, not just wealthy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70916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84632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Mental Health Crisis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516636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Response: Community connection vs. isolation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50876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4" name="Text 2"/>
          <p:cNvSpPr/>
          <p:nvPr/>
        </p:nvSpPr>
        <p:spPr>
          <a:xfrm>
            <a:off x="1097280" y="1508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16002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is LIVING philosophy, not museum culture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7" name="Text 5"/>
          <p:cNvSpPr/>
          <p:nvPr/>
        </p:nvSpPr>
        <p:spPr>
          <a:xfrm>
            <a:off x="1097280" y="2194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2860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True Ubuntu demands gender equality - 'we are' includes women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10" name="Text 8"/>
          <p:cNvSpPr/>
          <p:nvPr/>
        </p:nvSpPr>
        <p:spPr>
          <a:xfrm>
            <a:off x="1097280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9718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principles guide modern technology development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56616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13" name="Text 11"/>
          <p:cNvSpPr/>
          <p:nvPr/>
        </p:nvSpPr>
        <p:spPr>
          <a:xfrm>
            <a:off x="1097280" y="3566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36576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Africa can lead with values while achieving progress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251960"/>
            <a:ext cx="457200" cy="45720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16" name="Text 14"/>
          <p:cNvSpPr/>
          <p:nvPr/>
        </p:nvSpPr>
        <p:spPr>
          <a:xfrm>
            <a:off x="1097280" y="4251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3434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should strengthen community, not replace it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UMUNTU NGUMUNTU NGABANTU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E7E8D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 am because we 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is Africa's gift to humanity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5F5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as a relic, but as a vision for the future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38912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7E8D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guided by Ubuntu serves everyone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E7E8D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Progress doesn't require abandoning community values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NGIYABONGA</a:t>
            </a:r>
            <a:endParaRPr lang="en-US" sz="4400" dirty="0"/>
          </a:p>
          <a:p>
            <a:pPr marL="0" indent="0" algn="ctr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ASANTE</a:t>
            </a:r>
            <a:endParaRPr lang="en-US" sz="4400" dirty="0"/>
          </a:p>
          <a:p>
            <a:pPr marL="0" indent="0" algn="ctr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E7E8D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600" dirty="0">
                <a:solidFill>
                  <a:srgbClr val="F5F5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📧 [amos.kipngeno21@students.dkut.ac.ke]</a:t>
            </a:r>
            <a:endParaRPr lang="en-US" sz="1600" dirty="0"/>
          </a:p>
          <a:p>
            <a:pPr marL="0" indent="0" algn="ctr">
              <a:lnSpc>
                <a:spcPts val="2800"/>
              </a:lnSpc>
              <a:buNone/>
            </a:pPr>
            <a:r>
              <a:rPr lang="en-US" sz="1600" dirty="0">
                <a:solidFill>
                  <a:srgbClr val="F5F5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[Phone: +254 718905441]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3353</Words>
  <Application>WPS Presentation</Application>
  <PresentationFormat>On-screen Show (16:9)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School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Ubuntu: African Values in Modern Society</dc:title>
  <dc:creator>IT Student</dc:creator>
  <dc:subject>Ubuntu Philosophy and African Culture</dc:subject>
  <cp:lastModifiedBy>AMOS KIPNGENO</cp:lastModifiedBy>
  <cp:revision>2</cp:revision>
  <dcterms:created xsi:type="dcterms:W3CDTF">2026-02-02T07:40:00Z</dcterms:created>
  <dcterms:modified xsi:type="dcterms:W3CDTF">2026-02-02T07:57:22Z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77C999046BA44272AEF387C63727365E_13</vt:lpwstr>
  </property>
  <property fmtid="{D5CDD505-2E9C-101B-9397-08002B2CF9AE}" pid="3" name="KSOProductBuildVer">
    <vt:lpwstr>1033-12.2.0.23196</vt:lpwstr>
  </property>
</Properties>
</file>